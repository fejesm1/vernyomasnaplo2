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56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318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470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792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27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708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303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379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126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017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502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6904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6208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029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4586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0851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919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D61F92-3B7F-484D-BD3F-851155DE0E32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1B0C5-A645-42DA-96FC-F45B813CB9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3591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0C6EE8-DF08-50B1-402D-749220939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Vérnyomásnapló C# Konzolos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F270FB4-7568-453D-EBEA-24411856F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Fejes Máté Csaba, Szilágyi Bálint, Németh Imre</a:t>
            </a:r>
          </a:p>
        </p:txBody>
      </p:sp>
    </p:spTree>
    <p:extLst>
      <p:ext uri="{BB962C8B-B14F-4D97-AF65-F5344CB8AC3E}">
        <p14:creationId xmlns:p14="http://schemas.microsoft.com/office/powerpoint/2010/main" val="24248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CF9FD0-1FA2-A297-CB79-C72E492C8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3550" y="821943"/>
            <a:ext cx="6184900" cy="1217613"/>
          </a:xfrm>
        </p:spPr>
        <p:txBody>
          <a:bodyPr/>
          <a:lstStyle/>
          <a:p>
            <a:r>
              <a:rPr lang="hu-HU" dirty="0"/>
              <a:t>A program célja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639EB32-BE55-C0BB-8438-0DE769E61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4050"/>
            <a:ext cx="9144000" cy="333375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Egyszerű vérnyomásnapló készítése konzolos környezetben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Felhasználók regisztrációja és bejelentkezése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Vérnyomás- és pulzusmérések rögzítése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Adatok módosítása, törlése, megjelenítése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Alapszintű egészségügyi diagnózis (vérnyomás + pulzus)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800" dirty="0" err="1"/>
              <a:t>Admin</a:t>
            </a:r>
            <a:r>
              <a:rPr lang="hu-HU" sz="1800" dirty="0"/>
              <a:t> funkciók: felhasználók listázása, összes adat megtekintése</a:t>
            </a:r>
          </a:p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01358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C71F64-DD4F-36A3-A42F-4D2682205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225" y="1089913"/>
            <a:ext cx="6559550" cy="919163"/>
          </a:xfrm>
        </p:spPr>
        <p:txBody>
          <a:bodyPr>
            <a:normAutofit fontScale="90000"/>
          </a:bodyPr>
          <a:lstStyle/>
          <a:p>
            <a:r>
              <a:rPr lang="hu-HU" dirty="0"/>
              <a:t>Program szerkezete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99FB0E-4D87-77E3-E9EC-11AABC87A1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52550" y="2090172"/>
            <a:ext cx="48269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Főmenü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Regisztráció / Bejelentkezés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Adatkezelő funkciók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mód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Színbeállítások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Fájlkezelés + hibakezelés</a:t>
            </a:r>
          </a:p>
        </p:txBody>
      </p:sp>
    </p:spTree>
    <p:extLst>
      <p:ext uri="{BB962C8B-B14F-4D97-AF65-F5344CB8AC3E}">
        <p14:creationId xmlns:p14="http://schemas.microsoft.com/office/powerpoint/2010/main" val="8701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3E185B-AFA4-5C27-27D7-EE29EE207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551"/>
            <a:ext cx="9144000" cy="908050"/>
          </a:xfrm>
        </p:spPr>
        <p:txBody>
          <a:bodyPr>
            <a:normAutofit/>
          </a:bodyPr>
          <a:lstStyle/>
          <a:p>
            <a:r>
              <a:rPr lang="hu-HU" sz="4000" dirty="0"/>
              <a:t>Felhasználókezelés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9EEE63B-536B-D708-CFBB-7133585E8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3200" y="1773238"/>
            <a:ext cx="9194800" cy="1528762"/>
          </a:xfrm>
        </p:spPr>
        <p:txBody>
          <a:bodyPr>
            <a:noAutofit/>
          </a:bodyPr>
          <a:lstStyle/>
          <a:p>
            <a:pPr algn="l"/>
            <a:r>
              <a:rPr lang="hu-HU" sz="1600" b="1" dirty="0"/>
              <a:t>Regisztráció:</a:t>
            </a:r>
            <a:endParaRPr lang="hu-HU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Név ellenőrzés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Születési dátum beolvasás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Jelszó mentése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Automatikus: név + “(” bekerül az adatok közé</a:t>
            </a:r>
          </a:p>
          <a:p>
            <a:pPr algn="l"/>
            <a:r>
              <a:rPr lang="hu-HU" sz="1600" b="1" dirty="0"/>
              <a:t>Bejelentkezés:</a:t>
            </a:r>
            <a:endParaRPr lang="hu-HU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Felhasználónév + jelszó egyezés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 err="1"/>
              <a:t>Admin</a:t>
            </a:r>
            <a:r>
              <a:rPr lang="hu-HU" sz="1800" dirty="0"/>
              <a:t> külön kezelve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800" dirty="0"/>
              <a:t>Bejelentkezett felhasználó neve eltárolva</a:t>
            </a:r>
          </a:p>
          <a:p>
            <a:pPr algn="l"/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44505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382332-57CA-364D-FDEE-E18867358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751"/>
            <a:ext cx="9144000" cy="888999"/>
          </a:xfrm>
        </p:spPr>
        <p:txBody>
          <a:bodyPr>
            <a:normAutofit fontScale="90000"/>
          </a:bodyPr>
          <a:lstStyle/>
          <a:p>
            <a:r>
              <a:rPr lang="hu-HU" dirty="0"/>
              <a:t>Mérés rögzítése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04AA2B4-0EFF-3062-A93E-01E178DFC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1436688"/>
            <a:ext cx="9144000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hu-HU" b="1" dirty="0"/>
              <a:t>Milyen adatot mentünk?</a:t>
            </a:r>
            <a:endParaRPr lang="hu-HU" dirty="0"/>
          </a:p>
          <a:p>
            <a:pPr algn="l"/>
            <a:r>
              <a:rPr lang="hu-HU" dirty="0"/>
              <a:t>Szisztolés érték</a:t>
            </a:r>
          </a:p>
          <a:p>
            <a:pPr algn="l"/>
            <a:r>
              <a:rPr lang="hu-HU" dirty="0"/>
              <a:t>Diasztolés érték</a:t>
            </a:r>
          </a:p>
          <a:p>
            <a:pPr algn="l"/>
            <a:r>
              <a:rPr lang="hu-HU" dirty="0"/>
              <a:t>Pulzus</a:t>
            </a:r>
          </a:p>
          <a:p>
            <a:pPr algn="l"/>
            <a:r>
              <a:rPr lang="hu-HU" dirty="0"/>
              <a:t>Dátum + idő</a:t>
            </a:r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C82F063-8255-FBDA-3A86-36800CF63CBB}"/>
              </a:ext>
            </a:extLst>
          </p:cNvPr>
          <p:cNvSpPr txBox="1"/>
          <p:nvPr/>
        </p:nvSpPr>
        <p:spPr>
          <a:xfrm>
            <a:off x="508000" y="3994150"/>
            <a:ext cx="334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120;80;72;2025.11.26. 15:43:22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B3D2F1C-2C51-17A7-8489-FA67FBDEC8B3}"/>
              </a:ext>
            </a:extLst>
          </p:cNvPr>
          <p:cNvSpPr txBox="1"/>
          <p:nvPr/>
        </p:nvSpPr>
        <p:spPr>
          <a:xfrm>
            <a:off x="546100" y="3580885"/>
            <a:ext cx="219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Mentés formátuma: </a:t>
            </a:r>
          </a:p>
        </p:txBody>
      </p:sp>
    </p:spTree>
    <p:extLst>
      <p:ext uri="{BB962C8B-B14F-4D97-AF65-F5344CB8AC3E}">
        <p14:creationId xmlns:p14="http://schemas.microsoft.com/office/powerpoint/2010/main" val="405536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E39E3D-16B9-FBB4-C26F-BBC7BB94B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008" y="801625"/>
            <a:ext cx="9144000" cy="1130299"/>
          </a:xfrm>
        </p:spPr>
        <p:txBody>
          <a:bodyPr>
            <a:normAutofit fontScale="90000"/>
          </a:bodyPr>
          <a:lstStyle/>
          <a:p>
            <a:r>
              <a:rPr lang="hu-HU" dirty="0"/>
              <a:t>Megjelenítés és statisztika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BABB0A-66AD-4152-F1A8-B5A3A536B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990" y="1931924"/>
            <a:ext cx="10229850" cy="39751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hu-HU" dirty="0"/>
              <a:t>A megjelenítő rész: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Kiírja az összes mérést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Kiszámítja a legnagyobb és legkisebb: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szisztolés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diasztolés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pulzus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Egészségügyi diagnózis: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Alacsony / normális / magas vérnyomás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Pulzusértékelés életkor alapján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Extra funkció</a:t>
            </a:r>
            <a:r>
              <a:rPr lang="hu-HU" b="1" dirty="0"/>
              <a:t>:</a:t>
            </a:r>
            <a:endParaRPr lang="hu-HU" dirty="0"/>
          </a:p>
          <a:p>
            <a:pPr marL="914400" lvl="1" indent="-457200" algn="l">
              <a:buFont typeface="+mj-lt"/>
              <a:buAutoNum type="arabicPeriod"/>
            </a:pPr>
            <a:r>
              <a:rPr lang="hu-HU" dirty="0"/>
              <a:t>Százalékszámítás: a mérések hány %-a magasabb egy választott értéknél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0025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4CD5CB-F6F9-0E4A-F651-19913FE3E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1437"/>
          </a:xfrm>
        </p:spPr>
        <p:txBody>
          <a:bodyPr/>
          <a:lstStyle/>
          <a:p>
            <a:r>
              <a:rPr lang="hu-HU" dirty="0"/>
              <a:t>Adatok módosítása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93051BD-8F33-C516-CF91-1BCCCBB46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8000"/>
            <a:ext cx="9144000" cy="22098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000" dirty="0"/>
              <a:t>Felhasználó kiválasztja melyik mérését módosítja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000" dirty="0"/>
              <a:t>Új szisztolés, diasztolés, pulzus beírás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000" dirty="0"/>
              <a:t>A dátum eredeti marad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000" dirty="0"/>
              <a:t>Szöveges sor javítása → újraírja az Adatok.txt-t</a:t>
            </a:r>
            <a:br>
              <a:rPr lang="hu-HU" sz="2000" dirty="0"/>
            </a:b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25535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BB5516-2986-7C91-B4CB-3F89724D3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101"/>
            <a:ext cx="9144000" cy="1384300"/>
          </a:xfrm>
        </p:spPr>
        <p:txBody>
          <a:bodyPr/>
          <a:lstStyle/>
          <a:p>
            <a:r>
              <a:rPr lang="hu-HU" dirty="0"/>
              <a:t>Adattörlés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424B836-38D7-607B-8BED-A7623597D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850" y="2471738"/>
            <a:ext cx="9144000" cy="1655762"/>
          </a:xfrm>
        </p:spPr>
        <p:txBody>
          <a:bodyPr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hu-HU" sz="1800" dirty="0"/>
              <a:t>Megjeleníti a mérések listáját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sz="1800" dirty="0"/>
              <a:t>Felhasználó kiválasztja a törlendőt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sz="1800" dirty="0"/>
              <a:t>A törlés után a sor újra összeáll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sz="1800" dirty="0"/>
              <a:t>Csővezeték “|” logika speciálisan kezelve (első/második elem)</a:t>
            </a:r>
          </a:p>
        </p:txBody>
      </p:sp>
    </p:spTree>
    <p:extLst>
      <p:ext uri="{BB962C8B-B14F-4D97-AF65-F5344CB8AC3E}">
        <p14:creationId xmlns:p14="http://schemas.microsoft.com/office/powerpoint/2010/main" val="20189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3D1832-0BAE-F314-EA70-558903EF3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7587"/>
          </a:xfrm>
        </p:spPr>
        <p:txBody>
          <a:bodyPr/>
          <a:lstStyle/>
          <a:p>
            <a:r>
              <a:rPr lang="hu-HU" dirty="0" err="1"/>
              <a:t>Admin</a:t>
            </a:r>
            <a:r>
              <a:rPr lang="hu-HU" dirty="0"/>
              <a:t> funkciók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86381F8-C7AE-95D0-7D21-18F35C5A6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0" y="2509838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hu-HU" sz="1800" b="1" dirty="0" err="1"/>
              <a:t>Admin</a:t>
            </a:r>
            <a:r>
              <a:rPr lang="hu-HU" sz="1800" b="1" dirty="0"/>
              <a:t> két külön menüpontot lát:</a:t>
            </a:r>
            <a:endParaRPr lang="hu-HU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400" dirty="0"/>
              <a:t>Összes felhasználó listázása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400" dirty="0"/>
              <a:t>Összes mérés megtekintése </a:t>
            </a:r>
            <a:r>
              <a:rPr lang="hu-HU" sz="1400" dirty="0" err="1"/>
              <a:t>felhasználónként</a:t>
            </a:r>
            <a:endParaRPr lang="hu-HU" sz="1400" dirty="0"/>
          </a:p>
          <a:p>
            <a:pPr algn="l"/>
            <a:r>
              <a:rPr lang="hu-HU" sz="1800" b="1" dirty="0" err="1"/>
              <a:t>Admin</a:t>
            </a:r>
            <a:r>
              <a:rPr lang="hu-HU" sz="1800" b="1" dirty="0"/>
              <a:t> célja:</a:t>
            </a:r>
            <a:endParaRPr lang="hu-HU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400" dirty="0"/>
              <a:t>Rendszer felügyelete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400" dirty="0"/>
              <a:t>Hibakeresés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400" dirty="0"/>
              <a:t>Teljes adatbetekintés</a:t>
            </a:r>
          </a:p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90735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98F329-2929-A865-A375-0A693B52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50" y="656728"/>
            <a:ext cx="4464050" cy="1325563"/>
          </a:xfrm>
        </p:spPr>
        <p:txBody>
          <a:bodyPr/>
          <a:lstStyle/>
          <a:p>
            <a:r>
              <a:rPr lang="hu-HU" dirty="0"/>
              <a:t>Színbeállítások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1BFB3-DB3B-1EED-2B3E-C2E1B7EBB7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700" y="2967335"/>
            <a:ext cx="46101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 választhat betű- és háttérszínt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választhat két egyformát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Kis navigációs menürendszer (nyilakkal)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84CA084-3AAE-AD36-2FB9-AB2DBAB44BEF}"/>
              </a:ext>
            </a:extLst>
          </p:cNvPr>
          <p:cNvSpPr txBox="1"/>
          <p:nvPr/>
        </p:nvSpPr>
        <p:spPr>
          <a:xfrm>
            <a:off x="8020050" y="519121"/>
            <a:ext cx="2578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Hibakezelés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32AE1A7-E4AB-AB6C-788E-346B6394DAAA}"/>
              </a:ext>
            </a:extLst>
          </p:cNvPr>
          <p:cNvSpPr txBox="1"/>
          <p:nvPr/>
        </p:nvSpPr>
        <p:spPr>
          <a:xfrm>
            <a:off x="9086850" y="1460500"/>
            <a:ext cx="2895600" cy="1620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955B996-E196-47EC-8B4C-28CAAF1A14C6}"/>
              </a:ext>
            </a:extLst>
          </p:cNvPr>
          <p:cNvSpPr txBox="1"/>
          <p:nvPr/>
        </p:nvSpPr>
        <p:spPr>
          <a:xfrm>
            <a:off x="7067550" y="2540000"/>
            <a:ext cx="4610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Try</a:t>
            </a:r>
            <a:r>
              <a:rPr lang="hu-HU" dirty="0"/>
              <a:t>–</a:t>
            </a:r>
            <a:r>
              <a:rPr lang="hu-HU" dirty="0" err="1"/>
              <a:t>catch</a:t>
            </a:r>
            <a:r>
              <a:rPr lang="hu-HU" dirty="0"/>
              <a:t> minden nagyobb funkció körül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Opció: “Szeretné látni a hibát?”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Felhasználóbarát működés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Program nem áll le hiba esetén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9385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AA6E6B-0E56-93D9-1CAD-39332C687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6037"/>
            <a:ext cx="9144000" cy="1398587"/>
          </a:xfrm>
        </p:spPr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3F09DA-564F-AA3E-F41D-959693577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500" y="1925638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hu-HU" sz="1600" b="1" dirty="0"/>
              <a:t>A program tudja:</a:t>
            </a:r>
            <a:endParaRPr lang="hu-HU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Fájlalapú tárolás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Teljes felhasználókezelés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Vérnyomás + pulzus mérés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Statisztika, elemzés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 err="1"/>
              <a:t>Admin</a:t>
            </a:r>
            <a:r>
              <a:rPr lang="hu-HU" sz="1200" dirty="0"/>
              <a:t> funkciók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 err="1"/>
              <a:t>Testreszabható</a:t>
            </a:r>
            <a:r>
              <a:rPr lang="hu-HU" sz="1200" dirty="0"/>
              <a:t> színbeállítás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Hibakezelés</a:t>
            </a:r>
          </a:p>
          <a:p>
            <a:pPr algn="l"/>
            <a:r>
              <a:rPr lang="hu-HU" sz="1600" b="1" dirty="0"/>
              <a:t>Fejlesztési lehetőségek:</a:t>
            </a:r>
            <a:endParaRPr lang="hu-HU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Jelszó elrejtése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Adatbázisra váltás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Grafikonok (GUI)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hu-HU" sz="1200" dirty="0"/>
              <a:t>Táblázatos megjelenítés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13644988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319</Words>
  <Application>Microsoft Office PowerPoint</Application>
  <PresentationFormat>Szélesvásznú</PresentationFormat>
  <Paragraphs>90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Vérnyomásnapló C# Konzolos Alkalmazás</vt:lpstr>
      <vt:lpstr>A program célja</vt:lpstr>
      <vt:lpstr>Program szerkezete</vt:lpstr>
      <vt:lpstr>Felhasználókezelés</vt:lpstr>
      <vt:lpstr>Mérés rögzítése</vt:lpstr>
      <vt:lpstr>Megjelenítés és statisztika</vt:lpstr>
      <vt:lpstr>Adatok módosítása</vt:lpstr>
      <vt:lpstr>Adattörlés</vt:lpstr>
      <vt:lpstr>Admin funkciók</vt:lpstr>
      <vt:lpstr>Színbeállítások</vt:lpstr>
      <vt:lpstr>Összegzés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2025-11-26T16:41:32Z</dcterms:created>
  <dcterms:modified xsi:type="dcterms:W3CDTF">2025-11-26T18:45:49Z</dcterms:modified>
</cp:coreProperties>
</file>