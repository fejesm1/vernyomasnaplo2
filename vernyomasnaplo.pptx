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14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77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61F92-3B7F-484D-BD3F-851155DE0E32}" type="datetimeFigureOut">
              <a:rPr lang="hu-HU" smtClean="0"/>
              <a:t>2025. 11. 26.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1B0C5-A645-42DA-96FC-F45B813CB9C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8856608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61F92-3B7F-484D-BD3F-851155DE0E32}" type="datetimeFigureOut">
              <a:rPr lang="hu-HU" smtClean="0"/>
              <a:t>2025. 11. 26.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1B0C5-A645-42DA-96FC-F45B813CB9C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431830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61F92-3B7F-484D-BD3F-851155DE0E32}" type="datetimeFigureOut">
              <a:rPr lang="hu-HU" smtClean="0"/>
              <a:t>2025. 11. 26.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1B0C5-A645-42DA-96FC-F45B813CB9C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8547051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61F92-3B7F-484D-BD3F-851155DE0E32}" type="datetimeFigureOut">
              <a:rPr lang="hu-HU" smtClean="0"/>
              <a:t>2025. 11. 26.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1B0C5-A645-42DA-96FC-F45B813CB9C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2479256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61F92-3B7F-484D-BD3F-851155DE0E32}" type="datetimeFigureOut">
              <a:rPr lang="hu-HU" smtClean="0"/>
              <a:t>2025. 11. 26.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1B0C5-A645-42DA-96FC-F45B813CB9C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92796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61F92-3B7F-484D-BD3F-851155DE0E32}" type="datetimeFigureOut">
              <a:rPr lang="hu-HU" smtClean="0"/>
              <a:t>2025. 11. 26.</a:t>
            </a:fld>
            <a:endParaRPr lang="hu-HU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1B0C5-A645-42DA-96FC-F45B813CB9C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270807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61F92-3B7F-484D-BD3F-851155DE0E32}" type="datetimeFigureOut">
              <a:rPr lang="hu-HU" smtClean="0"/>
              <a:t>2025. 11. 26.</a:t>
            </a:fld>
            <a:endParaRPr lang="hu-HU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1B0C5-A645-42DA-96FC-F45B813CB9C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6330337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61F92-3B7F-484D-BD3F-851155DE0E32}" type="datetimeFigureOut">
              <a:rPr lang="hu-HU" smtClean="0"/>
              <a:t>2025. 11. 26.</a:t>
            </a:fld>
            <a:endParaRPr lang="hu-HU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1B0C5-A645-42DA-96FC-F45B813CB9C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9637905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61F92-3B7F-484D-BD3F-851155DE0E32}" type="datetimeFigureOut">
              <a:rPr lang="hu-HU" smtClean="0"/>
              <a:t>2025. 11. 26.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1B0C5-A645-42DA-96FC-F45B813CB9C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912609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áma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61F92-3B7F-484D-BD3F-851155DE0E32}" type="datetimeFigureOut">
              <a:rPr lang="hu-HU" smtClean="0"/>
              <a:t>2025. 11. 26.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1B0C5-A645-42DA-96FC-F45B813CB9C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6201706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ím és képaláír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61F92-3B7F-484D-BD3F-851155DE0E32}" type="datetimeFigureOut">
              <a:rPr lang="hu-HU" smtClean="0"/>
              <a:t>2025. 11. 26.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1B0C5-A645-42DA-96FC-F45B813CB9C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2502002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dézet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hu-HU"/>
              <a:t>Mintaszöveg szerkesztése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61F92-3B7F-484D-BD3F-851155DE0E32}" type="datetimeFigureOut">
              <a:rPr lang="hu-HU" smtClean="0"/>
              <a:t>2025. 11. 26.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1B0C5-A645-42DA-96FC-F45B813CB9C9}" type="slidenum">
              <a:rPr lang="hu-HU" smtClean="0"/>
              <a:t>‹#›</a:t>
            </a:fld>
            <a:endParaRPr lang="hu-HU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54690405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61F92-3B7F-484D-BD3F-851155DE0E32}" type="datetimeFigureOut">
              <a:rPr lang="hu-HU" smtClean="0"/>
              <a:t>2025. 11. 26.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1B0C5-A645-42DA-96FC-F45B813CB9C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9620823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hasá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61F92-3B7F-484D-BD3F-851155DE0E32}" type="datetimeFigureOut">
              <a:rPr lang="hu-HU" smtClean="0"/>
              <a:t>2025. 11. 26.</a:t>
            </a:fld>
            <a:endParaRPr lang="hu-HU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1B0C5-A645-42DA-96FC-F45B813CB9C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7402979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képhasá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61F92-3B7F-484D-BD3F-851155DE0E32}" type="datetimeFigureOut">
              <a:rPr lang="hu-HU" smtClean="0"/>
              <a:t>2025. 11. 26.</a:t>
            </a:fld>
            <a:endParaRPr lang="hu-HU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1B0C5-A645-42DA-96FC-F45B813CB9C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63458612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61F92-3B7F-484D-BD3F-851155DE0E32}" type="datetimeFigureOut">
              <a:rPr lang="hu-HU" smtClean="0"/>
              <a:t>2025. 11. 26.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1B0C5-A645-42DA-96FC-F45B813CB9C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4085123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61F92-3B7F-484D-BD3F-851155DE0E32}" type="datetimeFigureOut">
              <a:rPr lang="hu-HU" smtClean="0"/>
              <a:t>2025. 11. 26.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91B0C5-A645-42DA-96FC-F45B813CB9C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9791922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A5D61F92-3B7F-484D-BD3F-851155DE0E32}" type="datetimeFigureOut">
              <a:rPr lang="hu-HU" smtClean="0"/>
              <a:t>2025. 11. 26.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191B0C5-A645-42DA-96FC-F45B813CB9C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7359105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F0C6EE8-DF08-50B1-402D-749220939BF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/>
              <a:t>Vérnyomásnapló C# Konzolos Alkalmazás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DF270FB4-7568-453D-EBEA-24411856F99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 dirty="0"/>
              <a:t>Készítette: Fejes Máté Csaba, Szilágyi Bálint, Németh Imre</a:t>
            </a:r>
          </a:p>
        </p:txBody>
      </p:sp>
    </p:spTree>
    <p:extLst>
      <p:ext uri="{BB962C8B-B14F-4D97-AF65-F5344CB8AC3E}">
        <p14:creationId xmlns:p14="http://schemas.microsoft.com/office/powerpoint/2010/main" val="2424896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DCF9FD0-1FA2-A297-CB79-C72E492C85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37867" y="739647"/>
            <a:ext cx="7716266" cy="1217613"/>
          </a:xfrm>
        </p:spPr>
        <p:txBody>
          <a:bodyPr/>
          <a:lstStyle/>
          <a:p>
            <a:pPr algn="ctr"/>
            <a:r>
              <a:rPr lang="hu-HU" dirty="0"/>
              <a:t>A program célja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A639EB32-BE55-C0BB-8438-0DE769E615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65048" y="3151570"/>
            <a:ext cx="9144000" cy="3333750"/>
          </a:xfrm>
        </p:spPr>
        <p:txBody>
          <a:bodyPr>
            <a:no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hu-HU" sz="1800" dirty="0"/>
              <a:t>Egyszerű vérnyomásnapló készítése konzolos környezetben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hu-HU" sz="1800" dirty="0"/>
              <a:t>Felhasználók regisztrációja és bejelentkezése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hu-HU" sz="1800" dirty="0"/>
              <a:t>Vérnyomás- és pulzusmérések rögzítése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hu-HU" sz="1800" dirty="0"/>
              <a:t>Adatok módosítása, törlése, megjelenítése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hu-HU" sz="1800" dirty="0"/>
              <a:t>Alapszintű egészségügyi diagnózis (vérnyomás + pulzus)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hu-HU" sz="1800" dirty="0" err="1"/>
              <a:t>Admin</a:t>
            </a:r>
            <a:r>
              <a:rPr lang="hu-HU" sz="1800" dirty="0"/>
              <a:t> funkciók: felhasználók listázása, összes adat megtekintése</a:t>
            </a:r>
          </a:p>
          <a:p>
            <a:endParaRPr lang="hu-HU" sz="1800" dirty="0"/>
          </a:p>
        </p:txBody>
      </p:sp>
    </p:spTree>
    <p:extLst>
      <p:ext uri="{BB962C8B-B14F-4D97-AF65-F5344CB8AC3E}">
        <p14:creationId xmlns:p14="http://schemas.microsoft.com/office/powerpoint/2010/main" val="30135889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1C71F64-DD4F-36A3-A42F-4D26822052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72768" y="632713"/>
            <a:ext cx="8296783" cy="919163"/>
          </a:xfrm>
        </p:spPr>
        <p:txBody>
          <a:bodyPr>
            <a:normAutofit fontScale="90000"/>
          </a:bodyPr>
          <a:lstStyle/>
          <a:p>
            <a:pPr algn="ctr"/>
            <a:r>
              <a:rPr lang="hu-HU" dirty="0"/>
              <a:t>Program szerkezete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999FB0E-4D87-77E3-E9EC-11AABC87A18F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1269038" y="2278404"/>
            <a:ext cx="4826962" cy="28315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Főmenü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Regisztráció / Bejelentkezés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Adatkezelő funkciók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Admin</a:t>
            </a:r>
            <a:r>
              <a:rPr kumimoji="0" lang="hu-HU" altLang="hu-HU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mód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Színbeállítások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Fájlkezelés + hibakezelés</a:t>
            </a:r>
          </a:p>
        </p:txBody>
      </p:sp>
    </p:spTree>
    <p:extLst>
      <p:ext uri="{BB962C8B-B14F-4D97-AF65-F5344CB8AC3E}">
        <p14:creationId xmlns:p14="http://schemas.microsoft.com/office/powerpoint/2010/main" val="870114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13E185B-AFA4-5C27-27D7-EE29EE2070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09551"/>
            <a:ext cx="9144000" cy="908050"/>
          </a:xfrm>
        </p:spPr>
        <p:txBody>
          <a:bodyPr>
            <a:normAutofit/>
          </a:bodyPr>
          <a:lstStyle/>
          <a:p>
            <a:pPr algn="ctr"/>
            <a:r>
              <a:rPr lang="hu-HU" sz="4000" dirty="0"/>
              <a:t>Felhasználókezelés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89EEE63B-536B-D708-CFBB-7133585E844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73200" y="1773238"/>
            <a:ext cx="9194800" cy="1528762"/>
          </a:xfrm>
        </p:spPr>
        <p:txBody>
          <a:bodyPr>
            <a:noAutofit/>
          </a:bodyPr>
          <a:lstStyle/>
          <a:p>
            <a:pPr algn="l"/>
            <a:r>
              <a:rPr lang="hu-HU" sz="1600" b="1" dirty="0"/>
              <a:t>Regisztráció:</a:t>
            </a:r>
            <a:endParaRPr lang="hu-HU" sz="1600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hu-HU" sz="1800" dirty="0"/>
              <a:t>Név ellenőrzés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hu-HU" sz="1800" dirty="0"/>
              <a:t>Születési dátum beolvasás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hu-HU" sz="1800" dirty="0"/>
              <a:t>Jelszó mentése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hu-HU" sz="1800" dirty="0"/>
              <a:t>Automatikus: név + “(” bekerül az adatok közé</a:t>
            </a:r>
          </a:p>
          <a:p>
            <a:pPr algn="l"/>
            <a:r>
              <a:rPr lang="hu-HU" sz="1600" b="1" dirty="0"/>
              <a:t>Bejelentkezés:</a:t>
            </a:r>
            <a:endParaRPr lang="hu-HU" sz="1600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hu-HU" sz="1800" dirty="0"/>
              <a:t>Felhasználónév + jelszó egyezés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hu-HU" sz="1800" dirty="0" err="1"/>
              <a:t>Admin</a:t>
            </a:r>
            <a:r>
              <a:rPr lang="hu-HU" sz="1800" dirty="0"/>
              <a:t> külön kezelve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hu-HU" sz="1800" dirty="0"/>
              <a:t>Bejelentkezett felhasználó neve eltárolva</a:t>
            </a:r>
          </a:p>
          <a:p>
            <a:pPr algn="l"/>
            <a:endParaRPr lang="hu-HU" sz="1600" dirty="0"/>
          </a:p>
        </p:txBody>
      </p:sp>
    </p:spTree>
    <p:extLst>
      <p:ext uri="{BB962C8B-B14F-4D97-AF65-F5344CB8AC3E}">
        <p14:creationId xmlns:p14="http://schemas.microsoft.com/office/powerpoint/2010/main" val="24450543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9382332-57CA-364D-FDEE-E188673582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37604"/>
            <a:ext cx="9144000" cy="888999"/>
          </a:xfrm>
        </p:spPr>
        <p:txBody>
          <a:bodyPr>
            <a:normAutofit fontScale="90000"/>
          </a:bodyPr>
          <a:lstStyle/>
          <a:p>
            <a:pPr algn="ctr"/>
            <a:r>
              <a:rPr lang="hu-HU" dirty="0"/>
              <a:t>Mérés rögzítése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304AA2B4-0EFF-3062-A93E-01E178DFC91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8000" y="1693069"/>
            <a:ext cx="9144000" cy="1655762"/>
          </a:xfrm>
        </p:spPr>
        <p:txBody>
          <a:bodyPr>
            <a:normAutofit fontScale="85000" lnSpcReduction="20000"/>
          </a:bodyPr>
          <a:lstStyle/>
          <a:p>
            <a:pPr algn="l"/>
            <a:r>
              <a:rPr lang="hu-HU" b="1" dirty="0"/>
              <a:t>Milyen adatot mentünk?</a:t>
            </a:r>
            <a:endParaRPr lang="hu-HU" dirty="0"/>
          </a:p>
          <a:p>
            <a:pPr algn="l"/>
            <a:r>
              <a:rPr lang="hu-HU" dirty="0"/>
              <a:t>Szisztolés érték</a:t>
            </a:r>
          </a:p>
          <a:p>
            <a:pPr algn="l"/>
            <a:r>
              <a:rPr lang="hu-HU" dirty="0"/>
              <a:t>Diasztolés érték</a:t>
            </a:r>
          </a:p>
          <a:p>
            <a:pPr algn="l"/>
            <a:r>
              <a:rPr lang="hu-HU" dirty="0"/>
              <a:t>Pulzus</a:t>
            </a:r>
          </a:p>
          <a:p>
            <a:pPr algn="l"/>
            <a:r>
              <a:rPr lang="hu-HU" dirty="0"/>
              <a:t>Dátum + idő</a:t>
            </a:r>
          </a:p>
          <a:p>
            <a:endParaRPr lang="hu-HU" dirty="0"/>
          </a:p>
        </p:txBody>
      </p:sp>
      <p:sp>
        <p:nvSpPr>
          <p:cNvPr id="4" name="Szövegdoboz 3">
            <a:extLst>
              <a:ext uri="{FF2B5EF4-FFF2-40B4-BE49-F238E27FC236}">
                <a16:creationId xmlns:a16="http://schemas.microsoft.com/office/drawing/2014/main" id="{8C82F063-8255-FBDA-3A86-36800CF63CBB}"/>
              </a:ext>
            </a:extLst>
          </p:cNvPr>
          <p:cNvSpPr txBox="1"/>
          <p:nvPr/>
        </p:nvSpPr>
        <p:spPr>
          <a:xfrm>
            <a:off x="508000" y="3994150"/>
            <a:ext cx="33489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dirty="0"/>
              <a:t>120;80;72;2025.11.26. 15:43:22</a:t>
            </a:r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8B3D2F1C-2C51-17A7-8489-FA67FBDEC8B3}"/>
              </a:ext>
            </a:extLst>
          </p:cNvPr>
          <p:cNvSpPr txBox="1"/>
          <p:nvPr/>
        </p:nvSpPr>
        <p:spPr>
          <a:xfrm>
            <a:off x="546100" y="3580885"/>
            <a:ext cx="21950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dirty="0"/>
              <a:t>Mentés formátuma: </a:t>
            </a:r>
          </a:p>
        </p:txBody>
      </p:sp>
    </p:spTree>
    <p:extLst>
      <p:ext uri="{BB962C8B-B14F-4D97-AF65-F5344CB8AC3E}">
        <p14:creationId xmlns:p14="http://schemas.microsoft.com/office/powerpoint/2010/main" val="40553656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AE39E3D-16B9-FBB4-C26F-BBC7BB94B1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984505"/>
            <a:ext cx="9144000" cy="1130299"/>
          </a:xfrm>
        </p:spPr>
        <p:txBody>
          <a:bodyPr>
            <a:normAutofit fontScale="90000"/>
          </a:bodyPr>
          <a:lstStyle/>
          <a:p>
            <a:pPr algn="ctr"/>
            <a:r>
              <a:rPr lang="hu-HU" dirty="0"/>
              <a:t>Megjelenítés és statisztika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18BABB0A-66AD-4152-F1A8-B5A3A536B15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91846" y="2462276"/>
            <a:ext cx="10229850" cy="3975100"/>
          </a:xfrm>
        </p:spPr>
        <p:txBody>
          <a:bodyPr>
            <a:normAutofit/>
          </a:bodyPr>
          <a:lstStyle/>
          <a:p>
            <a:pPr algn="l"/>
            <a:r>
              <a:rPr lang="hu-HU" dirty="0"/>
              <a:t>A megjelenítő rész: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hu-HU" dirty="0"/>
              <a:t>Kiírja az összes mérést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hu-HU" dirty="0"/>
              <a:t>Kiszámítja a legnagyobb és legkisebb:</a:t>
            </a:r>
          </a:p>
          <a:p>
            <a:pPr marL="914400" lvl="1" indent="-457200" algn="l">
              <a:buFont typeface="+mj-lt"/>
              <a:buAutoNum type="arabicPeriod"/>
            </a:pPr>
            <a:r>
              <a:rPr lang="hu-HU" dirty="0"/>
              <a:t>szisztolés</a:t>
            </a:r>
          </a:p>
          <a:p>
            <a:pPr marL="914400" lvl="1" indent="-457200" algn="l">
              <a:buFont typeface="+mj-lt"/>
              <a:buAutoNum type="arabicPeriod"/>
            </a:pPr>
            <a:r>
              <a:rPr lang="hu-HU" dirty="0"/>
              <a:t>diasztolés</a:t>
            </a:r>
          </a:p>
          <a:p>
            <a:pPr marL="914400" lvl="1" indent="-457200" algn="l">
              <a:buFont typeface="+mj-lt"/>
              <a:buAutoNum type="arabicPeriod"/>
            </a:pPr>
            <a:r>
              <a:rPr lang="hu-HU" dirty="0"/>
              <a:t>pulzus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hu-HU" dirty="0"/>
              <a:t>Egészségügyi diagnózis:</a:t>
            </a:r>
          </a:p>
          <a:p>
            <a:pPr marL="914400" lvl="1" indent="-457200" algn="l">
              <a:buFont typeface="+mj-lt"/>
              <a:buAutoNum type="arabicPeriod"/>
            </a:pPr>
            <a:r>
              <a:rPr lang="hu-HU" dirty="0"/>
              <a:t>Alacsony / normális / magas vérnyomás</a:t>
            </a:r>
          </a:p>
          <a:p>
            <a:pPr marL="914400" lvl="1" indent="-457200" algn="l">
              <a:buFont typeface="+mj-lt"/>
              <a:buAutoNum type="arabicPeriod"/>
            </a:pPr>
            <a:r>
              <a:rPr lang="hu-HU" dirty="0"/>
              <a:t>Pulzusértékelés életkor alapján</a:t>
            </a:r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8800250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B4CD5CB-F6F9-0E4A-F651-19913FE3E4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341437"/>
          </a:xfrm>
        </p:spPr>
        <p:txBody>
          <a:bodyPr/>
          <a:lstStyle/>
          <a:p>
            <a:r>
              <a:rPr lang="hu-HU" dirty="0"/>
              <a:t>Adatok módosítása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593051BD-8F33-C516-CF91-1BCCCBB46E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048000"/>
            <a:ext cx="9144000" cy="2209800"/>
          </a:xfrm>
        </p:spPr>
        <p:txBody>
          <a:bodyPr>
            <a:no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hu-HU" sz="2000" dirty="0"/>
              <a:t>Felhasználó kiválasztja melyik mérését módosítja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hu-HU" sz="2000" dirty="0"/>
              <a:t>Új szisztolés, diasztolés, pulzus beírás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hu-HU" sz="2000" dirty="0"/>
              <a:t>A dátum eredeti marad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hu-HU" sz="2000" dirty="0"/>
              <a:t>Szöveges sor javítása → újraírja az Adatok.txt-t</a:t>
            </a:r>
            <a:br>
              <a:rPr lang="hu-HU" sz="2000" dirty="0"/>
            </a:br>
            <a:endParaRPr lang="hu-HU" sz="2000" dirty="0"/>
          </a:p>
        </p:txBody>
      </p:sp>
    </p:spTree>
    <p:extLst>
      <p:ext uri="{BB962C8B-B14F-4D97-AF65-F5344CB8AC3E}">
        <p14:creationId xmlns:p14="http://schemas.microsoft.com/office/powerpoint/2010/main" val="12553578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9BB5516-2986-7C91-B4CB-3F89724D38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6026" y="758445"/>
            <a:ext cx="9144000" cy="1384300"/>
          </a:xfrm>
        </p:spPr>
        <p:txBody>
          <a:bodyPr/>
          <a:lstStyle/>
          <a:p>
            <a:pPr algn="ctr"/>
            <a:r>
              <a:rPr lang="hu-HU" dirty="0"/>
              <a:t>Adattörlés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E424B836-38D7-607B-8BED-A7623597DC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6026" y="3429000"/>
            <a:ext cx="9144000" cy="1655762"/>
          </a:xfrm>
        </p:spPr>
        <p:txBody>
          <a:bodyPr>
            <a:noAutofit/>
          </a:bodyPr>
          <a:lstStyle/>
          <a:p>
            <a:pPr marL="342900" indent="-342900" algn="l">
              <a:buFont typeface="+mj-lt"/>
              <a:buAutoNum type="arabicPeriod"/>
            </a:pPr>
            <a:r>
              <a:rPr lang="hu-HU" sz="1800" dirty="0"/>
              <a:t>Megjeleníti a mérések listáját</a:t>
            </a:r>
          </a:p>
          <a:p>
            <a:pPr marL="342900" indent="-342900" algn="l">
              <a:buFont typeface="+mj-lt"/>
              <a:buAutoNum type="arabicPeriod"/>
            </a:pPr>
            <a:r>
              <a:rPr lang="hu-HU" sz="1800" dirty="0"/>
              <a:t>Felhasználó kiválasztja a törlendőt</a:t>
            </a:r>
          </a:p>
          <a:p>
            <a:pPr marL="342900" indent="-342900" algn="l">
              <a:buFont typeface="+mj-lt"/>
              <a:buAutoNum type="arabicPeriod"/>
            </a:pPr>
            <a:r>
              <a:rPr lang="hu-HU" sz="1800" dirty="0"/>
              <a:t>A törlés után a sor újra összeáll</a:t>
            </a:r>
          </a:p>
        </p:txBody>
      </p:sp>
    </p:spTree>
    <p:extLst>
      <p:ext uri="{BB962C8B-B14F-4D97-AF65-F5344CB8AC3E}">
        <p14:creationId xmlns:p14="http://schemas.microsoft.com/office/powerpoint/2010/main" val="20189290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33D1832-0BAE-F314-EA70-558903EF39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017587"/>
          </a:xfrm>
        </p:spPr>
        <p:txBody>
          <a:bodyPr/>
          <a:lstStyle/>
          <a:p>
            <a:pPr algn="ctr"/>
            <a:r>
              <a:rPr lang="hu-HU" dirty="0" err="1"/>
              <a:t>Admin</a:t>
            </a:r>
            <a:r>
              <a:rPr lang="hu-HU" dirty="0"/>
              <a:t> funkciók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786381F8-C7AE-95D0-7D21-18F35C5A6A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6600" y="2509838"/>
            <a:ext cx="9144000" cy="1655762"/>
          </a:xfrm>
        </p:spPr>
        <p:txBody>
          <a:bodyPr>
            <a:noAutofit/>
          </a:bodyPr>
          <a:lstStyle/>
          <a:p>
            <a:pPr algn="l"/>
            <a:r>
              <a:rPr lang="hu-HU" sz="1800" b="1" dirty="0" err="1"/>
              <a:t>Admin</a:t>
            </a:r>
            <a:r>
              <a:rPr lang="hu-HU" sz="1800" b="1" dirty="0"/>
              <a:t> két külön menüpontot lát:</a:t>
            </a:r>
            <a:endParaRPr lang="hu-HU" sz="1800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hu-HU" sz="1400" dirty="0"/>
              <a:t>Összes felhasználó listázása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hu-HU" sz="1400" dirty="0"/>
              <a:t>Összes mérés megtekintése </a:t>
            </a:r>
            <a:r>
              <a:rPr lang="hu-HU" sz="1400" dirty="0" err="1"/>
              <a:t>felhasználónként</a:t>
            </a:r>
            <a:endParaRPr lang="hu-HU" sz="1400" dirty="0"/>
          </a:p>
          <a:p>
            <a:pPr algn="l"/>
            <a:r>
              <a:rPr lang="hu-HU" sz="1800" b="1" dirty="0" err="1"/>
              <a:t>Admin</a:t>
            </a:r>
            <a:r>
              <a:rPr lang="hu-HU" sz="1800" b="1" dirty="0"/>
              <a:t> célja:</a:t>
            </a:r>
            <a:endParaRPr lang="hu-HU" sz="1800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hu-HU" sz="1400" dirty="0"/>
              <a:t>Rendszer felügyelete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hu-HU" sz="1400" dirty="0"/>
              <a:t>Hibakeresés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hu-HU" sz="1400" dirty="0"/>
              <a:t>Teljes adatbetekintés</a:t>
            </a:r>
          </a:p>
          <a:p>
            <a:endParaRPr lang="hu-HU" sz="1800" dirty="0"/>
          </a:p>
        </p:txBody>
      </p:sp>
    </p:spTree>
    <p:extLst>
      <p:ext uri="{BB962C8B-B14F-4D97-AF65-F5344CB8AC3E}">
        <p14:creationId xmlns:p14="http://schemas.microsoft.com/office/powerpoint/2010/main" val="19073520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398F329-2929-A865-A375-0A693B52A3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0750" y="656728"/>
            <a:ext cx="4464050" cy="1325563"/>
          </a:xfrm>
        </p:spPr>
        <p:txBody>
          <a:bodyPr/>
          <a:lstStyle/>
          <a:p>
            <a:r>
              <a:rPr lang="hu-HU" dirty="0"/>
              <a:t>Színbeállítások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F901BFB3-DB3B-1EED-2B3E-C2E1B7EBB767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774700" y="2967335"/>
            <a:ext cx="4610100" cy="9233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Felhasználó választhat betű- és háttérszínt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Nem választhat két egyformát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Kis navigációs menürendszer (nyilakkal)</a:t>
            </a:r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D84CA084-3AAE-AD36-2FB9-AB2DBAB44BEF}"/>
              </a:ext>
            </a:extLst>
          </p:cNvPr>
          <p:cNvSpPr txBox="1"/>
          <p:nvPr/>
        </p:nvSpPr>
        <p:spPr>
          <a:xfrm>
            <a:off x="8020050" y="519121"/>
            <a:ext cx="25781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200" dirty="0"/>
              <a:t>Hibakezelés</a:t>
            </a:r>
          </a:p>
        </p:txBody>
      </p:sp>
      <p:sp>
        <p:nvSpPr>
          <p:cNvPr id="8" name="Szövegdoboz 7">
            <a:extLst>
              <a:ext uri="{FF2B5EF4-FFF2-40B4-BE49-F238E27FC236}">
                <a16:creationId xmlns:a16="http://schemas.microsoft.com/office/drawing/2014/main" id="{B32AE1A7-E4AB-AB6C-788E-346B6394DAAA}"/>
              </a:ext>
            </a:extLst>
          </p:cNvPr>
          <p:cNvSpPr txBox="1"/>
          <p:nvPr/>
        </p:nvSpPr>
        <p:spPr>
          <a:xfrm>
            <a:off x="9086850" y="1460500"/>
            <a:ext cx="2895600" cy="16202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hu-HU" dirty="0"/>
          </a:p>
        </p:txBody>
      </p:sp>
      <p:sp>
        <p:nvSpPr>
          <p:cNvPr id="11" name="Szövegdoboz 10">
            <a:extLst>
              <a:ext uri="{FF2B5EF4-FFF2-40B4-BE49-F238E27FC236}">
                <a16:creationId xmlns:a16="http://schemas.microsoft.com/office/drawing/2014/main" id="{F955B996-E196-47EC-8B4C-28CAAF1A14C6}"/>
              </a:ext>
            </a:extLst>
          </p:cNvPr>
          <p:cNvSpPr txBox="1"/>
          <p:nvPr/>
        </p:nvSpPr>
        <p:spPr>
          <a:xfrm>
            <a:off x="7067550" y="2540000"/>
            <a:ext cx="46101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dirty="0" err="1"/>
              <a:t>Try</a:t>
            </a:r>
            <a:r>
              <a:rPr lang="hu-HU" dirty="0"/>
              <a:t>–</a:t>
            </a:r>
            <a:r>
              <a:rPr lang="hu-HU" dirty="0" err="1"/>
              <a:t>catch</a:t>
            </a:r>
            <a:r>
              <a:rPr lang="hu-HU" dirty="0"/>
              <a:t> minden nagyobb funkció körül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/>
              <a:t>Opció: “Szeretné látni a hibát?”</a:t>
            </a:r>
            <a:endParaRPr lang="hu-HU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dirty="0"/>
              <a:t>Felhasználóbarát működés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Program nem áll le hiba esetén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6938558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FAA6E6B-0E56-93D9-1CAD-39332C6879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-46037"/>
            <a:ext cx="9144000" cy="1398587"/>
          </a:xfrm>
        </p:spPr>
        <p:txBody>
          <a:bodyPr/>
          <a:lstStyle/>
          <a:p>
            <a:r>
              <a:rPr lang="hu-HU" dirty="0"/>
              <a:t>Összegzés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523F09DA-564F-AA3E-F41D-95969357766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60500" y="1925638"/>
            <a:ext cx="9144000" cy="1655762"/>
          </a:xfrm>
        </p:spPr>
        <p:txBody>
          <a:bodyPr>
            <a:noAutofit/>
          </a:bodyPr>
          <a:lstStyle/>
          <a:p>
            <a:pPr algn="l"/>
            <a:r>
              <a:rPr lang="hu-HU" sz="1600" b="1" dirty="0"/>
              <a:t>A program tudja:</a:t>
            </a:r>
            <a:endParaRPr lang="hu-HU" sz="1600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hu-HU" sz="1200" dirty="0"/>
              <a:t>Fájlalapú tárolás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hu-HU" sz="1200" dirty="0"/>
              <a:t>Teljes felhasználókezelés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hu-HU" sz="1200" dirty="0"/>
              <a:t>Vérnyomás + pulzus mérés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hu-HU" sz="1200" dirty="0"/>
              <a:t>Statisztika, elemzés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hu-HU" sz="1200" dirty="0" err="1"/>
              <a:t>Admin</a:t>
            </a:r>
            <a:r>
              <a:rPr lang="hu-HU" sz="1200" dirty="0"/>
              <a:t> funkciók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hu-HU" sz="1200" dirty="0" err="1"/>
              <a:t>Testreszabható</a:t>
            </a:r>
            <a:r>
              <a:rPr lang="hu-HU" sz="1200" dirty="0"/>
              <a:t> színbeállítás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hu-HU" sz="1200" dirty="0"/>
              <a:t>Hibakezelés</a:t>
            </a:r>
          </a:p>
          <a:p>
            <a:pPr algn="l"/>
            <a:r>
              <a:rPr lang="hu-HU" sz="1600" b="1" dirty="0"/>
              <a:t>Fejlesztési lehetőségek:</a:t>
            </a:r>
            <a:endParaRPr lang="hu-HU" sz="1600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hu-HU" sz="1200" dirty="0"/>
              <a:t>Jelszó elrejtése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hu-HU" sz="1200" dirty="0"/>
              <a:t>Adatbázisra váltás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hu-HU" sz="1200" dirty="0"/>
              <a:t>Grafikonok (GUI)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hu-HU" sz="1200" dirty="0"/>
              <a:t>Táblázatos megjelenítés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endParaRPr lang="hu-HU" sz="1200" dirty="0"/>
          </a:p>
        </p:txBody>
      </p:sp>
    </p:spTree>
    <p:extLst>
      <p:ext uri="{BB962C8B-B14F-4D97-AF65-F5344CB8AC3E}">
        <p14:creationId xmlns:p14="http://schemas.microsoft.com/office/powerpoint/2010/main" val="1364498897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41</TotalTime>
  <Words>294</Words>
  <Application>Microsoft Office PowerPoint</Application>
  <PresentationFormat>Szélesvásznú</PresentationFormat>
  <Paragraphs>87</Paragraphs>
  <Slides>11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11</vt:i4>
      </vt:variant>
    </vt:vector>
  </HeadingPairs>
  <TitlesOfParts>
    <vt:vector size="15" baseType="lpstr">
      <vt:lpstr>Arial</vt:lpstr>
      <vt:lpstr>Century Gothic</vt:lpstr>
      <vt:lpstr>Wingdings 3</vt:lpstr>
      <vt:lpstr>Ion</vt:lpstr>
      <vt:lpstr>Vérnyomásnapló C# Konzolos Alkalmazás</vt:lpstr>
      <vt:lpstr>A program célja</vt:lpstr>
      <vt:lpstr>Program szerkezete</vt:lpstr>
      <vt:lpstr>Felhasználókezelés</vt:lpstr>
      <vt:lpstr>Mérés rögzítése</vt:lpstr>
      <vt:lpstr>Megjelenítés és statisztika</vt:lpstr>
      <vt:lpstr>Adatok módosítása</vt:lpstr>
      <vt:lpstr>Adattörlés</vt:lpstr>
      <vt:lpstr>Admin funkciók</vt:lpstr>
      <vt:lpstr>Színbeállítások</vt:lpstr>
      <vt:lpstr>Összegzés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O365 felhasználó</dc:creator>
  <cp:lastModifiedBy>O365 felhasználó</cp:lastModifiedBy>
  <cp:revision>3</cp:revision>
  <dcterms:created xsi:type="dcterms:W3CDTF">2025-11-26T16:41:32Z</dcterms:created>
  <dcterms:modified xsi:type="dcterms:W3CDTF">2025-11-26T18:53:53Z</dcterms:modified>
</cp:coreProperties>
</file>