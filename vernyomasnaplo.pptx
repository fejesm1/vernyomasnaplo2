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85660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3183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4705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7925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279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270807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3033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63790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91260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0170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5020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469040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62082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4029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345861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08512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79192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35910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0C6EE8-DF08-50B1-402D-749220939B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Vérnyomásnapló C# Konzolos 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F270FB4-7568-453D-EBEA-24411856F9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Fejes Máté Csaba, Szilágyi Bálint, Németh Imre</a:t>
            </a:r>
          </a:p>
        </p:txBody>
      </p:sp>
    </p:spTree>
    <p:extLst>
      <p:ext uri="{BB962C8B-B14F-4D97-AF65-F5344CB8AC3E}">
        <p14:creationId xmlns:p14="http://schemas.microsoft.com/office/powerpoint/2010/main" val="242489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CF9FD0-1FA2-A297-CB79-C72E492C8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03550" y="126999"/>
            <a:ext cx="6184900" cy="1217613"/>
          </a:xfrm>
        </p:spPr>
        <p:txBody>
          <a:bodyPr/>
          <a:lstStyle/>
          <a:p>
            <a:r>
              <a:rPr lang="hu-HU" dirty="0"/>
              <a:t>A program célja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639EB32-BE55-C0BB-8438-0DE769E615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24050"/>
            <a:ext cx="9144000" cy="3333750"/>
          </a:xfrm>
        </p:spPr>
        <p:txBody>
          <a:bodyPr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Egyszerű vérnyomásnapló készítése konzolos környezetben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Felhasználók regisztrációja és bejelentkezése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Vérnyomás- és pulzusmérések rögzítése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Adatok módosítása, törlése, megjelenítése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Alapszintű egészségügyi diagnózis (vérnyomás + pulzus)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 err="1"/>
              <a:t>Admin</a:t>
            </a:r>
            <a:r>
              <a:rPr lang="hu-HU" sz="1800" dirty="0"/>
              <a:t> funkciók: felhasználók listázása, összes adat megtekintése</a:t>
            </a:r>
          </a:p>
          <a:p>
            <a:endParaRPr lang="hu-HU" sz="1800" dirty="0"/>
          </a:p>
        </p:txBody>
      </p:sp>
    </p:spTree>
    <p:extLst>
      <p:ext uri="{BB962C8B-B14F-4D97-AF65-F5344CB8AC3E}">
        <p14:creationId xmlns:p14="http://schemas.microsoft.com/office/powerpoint/2010/main" val="3013588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C71F64-DD4F-36A3-A42F-4D26822052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16225" y="120649"/>
            <a:ext cx="6559550" cy="919163"/>
          </a:xfrm>
        </p:spPr>
        <p:txBody>
          <a:bodyPr>
            <a:normAutofit fontScale="90000"/>
          </a:bodyPr>
          <a:lstStyle/>
          <a:p>
            <a:r>
              <a:rPr lang="hu-HU" dirty="0"/>
              <a:t>Program szerkezete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99FB0E-4D87-77E3-E9EC-11AABC87A18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352550" y="2090172"/>
            <a:ext cx="4826962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Főmenü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Regisztráció / Bejelentkezés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Adatkezelő funkciók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Admin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mód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Színbeállítások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Fájlkezelés + hibakezelés</a:t>
            </a:r>
          </a:p>
        </p:txBody>
      </p:sp>
    </p:spTree>
    <p:extLst>
      <p:ext uri="{BB962C8B-B14F-4D97-AF65-F5344CB8AC3E}">
        <p14:creationId xmlns:p14="http://schemas.microsoft.com/office/powerpoint/2010/main" val="8701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3E185B-AFA4-5C27-27D7-EE29EE2070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9551"/>
            <a:ext cx="9144000" cy="908050"/>
          </a:xfrm>
        </p:spPr>
        <p:txBody>
          <a:bodyPr>
            <a:normAutofit/>
          </a:bodyPr>
          <a:lstStyle/>
          <a:p>
            <a:r>
              <a:rPr lang="hu-HU" sz="4000" dirty="0"/>
              <a:t>Felhasználókezelés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9EEE63B-536B-D708-CFBB-7133585E84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3200" y="1773238"/>
            <a:ext cx="9194800" cy="1528762"/>
          </a:xfrm>
        </p:spPr>
        <p:txBody>
          <a:bodyPr>
            <a:noAutofit/>
          </a:bodyPr>
          <a:lstStyle/>
          <a:p>
            <a:pPr algn="l"/>
            <a:r>
              <a:rPr lang="hu-HU" sz="1600" b="1" dirty="0"/>
              <a:t>Regisztráció: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Név ellenőrzés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Születési dátum beolvasás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Jelszó mentése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Automatikus: név + “(” bekerül az adatok közé</a:t>
            </a:r>
          </a:p>
          <a:p>
            <a:pPr algn="l"/>
            <a:r>
              <a:rPr lang="hu-HU" sz="1600" b="1" dirty="0"/>
              <a:t>Bejelentkezés: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Felhasználónév + jelszó egyezés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 err="1"/>
              <a:t>Admin</a:t>
            </a:r>
            <a:r>
              <a:rPr lang="hu-HU" sz="1800" dirty="0"/>
              <a:t> külön kezelve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Bejelentkezett felhasználó neve eltárolva</a:t>
            </a:r>
          </a:p>
          <a:p>
            <a:pPr algn="l"/>
            <a:endParaRPr lang="hu-HU" sz="1600" dirty="0"/>
          </a:p>
        </p:txBody>
      </p:sp>
    </p:spTree>
    <p:extLst>
      <p:ext uri="{BB962C8B-B14F-4D97-AF65-F5344CB8AC3E}">
        <p14:creationId xmlns:p14="http://schemas.microsoft.com/office/powerpoint/2010/main" val="2445054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9382332-57CA-364D-FDEE-E188673582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751"/>
            <a:ext cx="9144000" cy="888999"/>
          </a:xfrm>
        </p:spPr>
        <p:txBody>
          <a:bodyPr>
            <a:normAutofit fontScale="90000"/>
          </a:bodyPr>
          <a:lstStyle/>
          <a:p>
            <a:r>
              <a:rPr lang="hu-HU" dirty="0"/>
              <a:t>Mérés rögzítése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04AA2B4-0EFF-3062-A93E-01E178DFC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8000" y="1436688"/>
            <a:ext cx="9144000" cy="1655762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hu-HU" b="1" dirty="0"/>
              <a:t>Milyen adatot mentünk?</a:t>
            </a:r>
            <a:endParaRPr lang="hu-HU" dirty="0"/>
          </a:p>
          <a:p>
            <a:pPr algn="l"/>
            <a:r>
              <a:rPr lang="hu-HU" dirty="0"/>
              <a:t>Szisztolés érték</a:t>
            </a:r>
          </a:p>
          <a:p>
            <a:pPr algn="l"/>
            <a:r>
              <a:rPr lang="hu-HU" dirty="0"/>
              <a:t>Diasztolés érték</a:t>
            </a:r>
          </a:p>
          <a:p>
            <a:pPr algn="l"/>
            <a:r>
              <a:rPr lang="hu-HU" dirty="0"/>
              <a:t>Pulzus</a:t>
            </a:r>
          </a:p>
          <a:p>
            <a:pPr algn="l"/>
            <a:r>
              <a:rPr lang="hu-HU" dirty="0"/>
              <a:t>Dátum + idő</a:t>
            </a:r>
          </a:p>
          <a:p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8C82F063-8255-FBDA-3A86-36800CF63CBB}"/>
              </a:ext>
            </a:extLst>
          </p:cNvPr>
          <p:cNvSpPr txBox="1"/>
          <p:nvPr/>
        </p:nvSpPr>
        <p:spPr>
          <a:xfrm>
            <a:off x="508000" y="3994150"/>
            <a:ext cx="3348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120;80;72;2025.11.26. 15:43:22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B3D2F1C-2C51-17A7-8489-FA67FBDEC8B3}"/>
              </a:ext>
            </a:extLst>
          </p:cNvPr>
          <p:cNvSpPr txBox="1"/>
          <p:nvPr/>
        </p:nvSpPr>
        <p:spPr>
          <a:xfrm>
            <a:off x="546100" y="3580885"/>
            <a:ext cx="2195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Mentés formátuma: </a:t>
            </a:r>
          </a:p>
        </p:txBody>
      </p:sp>
    </p:spTree>
    <p:extLst>
      <p:ext uri="{BB962C8B-B14F-4D97-AF65-F5344CB8AC3E}">
        <p14:creationId xmlns:p14="http://schemas.microsoft.com/office/powerpoint/2010/main" val="405536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E39E3D-16B9-FBB4-C26F-BBC7BB94B1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1130299"/>
          </a:xfrm>
        </p:spPr>
        <p:txBody>
          <a:bodyPr>
            <a:normAutofit fontScale="90000"/>
          </a:bodyPr>
          <a:lstStyle/>
          <a:p>
            <a:r>
              <a:rPr lang="hu-HU" dirty="0"/>
              <a:t>Megjelenítés és statisztika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8BABB0A-66AD-4152-F1A8-B5A3A536B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8150" y="1282700"/>
            <a:ext cx="10229850" cy="397510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hu-HU" dirty="0"/>
              <a:t>A megjelenítő rész: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Kiírja az összes mérést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Kiszámítja a legnagyobb és legkisebb: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szisztolés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diasztolés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pulzus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Egészségügyi diagnózis: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Alacsony / normális / magas vérnyomás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Pulzusértékelés életkor alapján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Extra funkció</a:t>
            </a:r>
            <a:r>
              <a:rPr lang="hu-HU" b="1" dirty="0"/>
              <a:t>:</a:t>
            </a:r>
            <a:endParaRPr lang="hu-HU" dirty="0"/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Százalékszámítás: a mérések hány %-a magasabb egy választott értéknél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80025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4CD5CB-F6F9-0E4A-F651-19913FE3E4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341437"/>
          </a:xfrm>
        </p:spPr>
        <p:txBody>
          <a:bodyPr/>
          <a:lstStyle/>
          <a:p>
            <a:r>
              <a:rPr lang="hu-HU" dirty="0"/>
              <a:t>Adatok módosítása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93051BD-8F33-C516-CF91-1BCCCBB46E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48000"/>
            <a:ext cx="9144000" cy="2209800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Felhasználó kiválasztja melyik mérését módosítja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Új szisztolés, diasztolés, pulzus beírás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A dátum eredeti marad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Szöveges sor javítása → újraírja az Adatok.txt-t</a:t>
            </a:r>
            <a:br>
              <a:rPr lang="hu-HU" sz="2000" dirty="0"/>
            </a:br>
            <a:endParaRPr lang="hu-HU" sz="2000" dirty="0"/>
          </a:p>
        </p:txBody>
      </p:sp>
    </p:spTree>
    <p:extLst>
      <p:ext uri="{BB962C8B-B14F-4D97-AF65-F5344CB8AC3E}">
        <p14:creationId xmlns:p14="http://schemas.microsoft.com/office/powerpoint/2010/main" val="1255357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9BB5516-2986-7C91-B4CB-3F89724D3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2101"/>
            <a:ext cx="9144000" cy="1384300"/>
          </a:xfrm>
        </p:spPr>
        <p:txBody>
          <a:bodyPr/>
          <a:lstStyle/>
          <a:p>
            <a:r>
              <a:rPr lang="hu-HU" dirty="0"/>
              <a:t>Adattörlés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24B836-38D7-607B-8BED-A7623597D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0850" y="2471738"/>
            <a:ext cx="9144000" cy="1655762"/>
          </a:xfrm>
        </p:spPr>
        <p:txBody>
          <a:bodyPr>
            <a:noAutofit/>
          </a:bodyPr>
          <a:lstStyle/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Megjeleníti a mérések listáját</a:t>
            </a:r>
          </a:p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Felhasználó kiválasztja a törlendőt</a:t>
            </a:r>
          </a:p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A törlés után a sor újra összeáll</a:t>
            </a:r>
          </a:p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Csővezeték “|” logika speciálisan kezelve (első/második elem)</a:t>
            </a:r>
          </a:p>
        </p:txBody>
      </p:sp>
    </p:spTree>
    <p:extLst>
      <p:ext uri="{BB962C8B-B14F-4D97-AF65-F5344CB8AC3E}">
        <p14:creationId xmlns:p14="http://schemas.microsoft.com/office/powerpoint/2010/main" val="2018929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3D1832-0BAE-F314-EA70-558903EF3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17587"/>
          </a:xfrm>
        </p:spPr>
        <p:txBody>
          <a:bodyPr/>
          <a:lstStyle/>
          <a:p>
            <a:r>
              <a:rPr lang="hu-HU" dirty="0" err="1"/>
              <a:t>Admin</a:t>
            </a:r>
            <a:r>
              <a:rPr lang="hu-HU" dirty="0"/>
              <a:t> funkciók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6381F8-C7AE-95D0-7D21-18F35C5A6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600" y="2509838"/>
            <a:ext cx="9144000" cy="1655762"/>
          </a:xfrm>
        </p:spPr>
        <p:txBody>
          <a:bodyPr>
            <a:noAutofit/>
          </a:bodyPr>
          <a:lstStyle/>
          <a:p>
            <a:pPr algn="l"/>
            <a:r>
              <a:rPr lang="hu-HU" sz="1800" b="1" dirty="0" err="1"/>
              <a:t>Admin</a:t>
            </a:r>
            <a:r>
              <a:rPr lang="hu-HU" sz="1800" b="1" dirty="0"/>
              <a:t> két külön menüpontot lát:</a:t>
            </a:r>
            <a:endParaRPr lang="hu-HU" sz="18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Összes felhasználó listázása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Összes mérés megtekintése </a:t>
            </a:r>
            <a:r>
              <a:rPr lang="hu-HU" sz="1400" dirty="0" err="1"/>
              <a:t>felhasználónként</a:t>
            </a:r>
            <a:endParaRPr lang="hu-HU" sz="1400" dirty="0"/>
          </a:p>
          <a:p>
            <a:pPr algn="l"/>
            <a:r>
              <a:rPr lang="hu-HU" sz="1800" b="1" dirty="0" err="1"/>
              <a:t>Admin</a:t>
            </a:r>
            <a:r>
              <a:rPr lang="hu-HU" sz="1800" b="1" dirty="0"/>
              <a:t> célja:</a:t>
            </a:r>
            <a:endParaRPr lang="hu-HU" sz="18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Rendszer felügyelete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Hibakeresés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Teljes adatbetekintés</a:t>
            </a:r>
          </a:p>
          <a:p>
            <a:endParaRPr lang="hu-HU" sz="1800" dirty="0"/>
          </a:p>
        </p:txBody>
      </p:sp>
    </p:spTree>
    <p:extLst>
      <p:ext uri="{BB962C8B-B14F-4D97-AF65-F5344CB8AC3E}">
        <p14:creationId xmlns:p14="http://schemas.microsoft.com/office/powerpoint/2010/main" val="19073520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98F329-2929-A865-A375-0A693B52A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0750" y="656728"/>
            <a:ext cx="4464050" cy="1325563"/>
          </a:xfrm>
        </p:spPr>
        <p:txBody>
          <a:bodyPr/>
          <a:lstStyle/>
          <a:p>
            <a:r>
              <a:rPr lang="hu-HU" dirty="0"/>
              <a:t>Színbeállítások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901BFB3-DB3B-1EED-2B3E-C2E1B7EBB76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74700" y="2967335"/>
            <a:ext cx="4610100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Felhasználó választhat betű- és háttérszínt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 választhat két egyformát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Kis navigációs menürendszer (nyilakkal)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D84CA084-3AAE-AD36-2FB9-AB2DBAB44BEF}"/>
              </a:ext>
            </a:extLst>
          </p:cNvPr>
          <p:cNvSpPr txBox="1"/>
          <p:nvPr/>
        </p:nvSpPr>
        <p:spPr>
          <a:xfrm>
            <a:off x="8020050" y="519121"/>
            <a:ext cx="25781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/>
              <a:t>Hibakezelés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B32AE1A7-E4AB-AB6C-788E-346B6394DAAA}"/>
              </a:ext>
            </a:extLst>
          </p:cNvPr>
          <p:cNvSpPr txBox="1"/>
          <p:nvPr/>
        </p:nvSpPr>
        <p:spPr>
          <a:xfrm>
            <a:off x="9086850" y="1460500"/>
            <a:ext cx="2895600" cy="1620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dirty="0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F955B996-E196-47EC-8B4C-28CAAF1A14C6}"/>
              </a:ext>
            </a:extLst>
          </p:cNvPr>
          <p:cNvSpPr txBox="1"/>
          <p:nvPr/>
        </p:nvSpPr>
        <p:spPr>
          <a:xfrm>
            <a:off x="7067550" y="2540000"/>
            <a:ext cx="46101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 err="1"/>
              <a:t>Try</a:t>
            </a:r>
            <a:r>
              <a:rPr lang="hu-HU" dirty="0"/>
              <a:t>–</a:t>
            </a:r>
            <a:r>
              <a:rPr lang="hu-HU" dirty="0" err="1"/>
              <a:t>catch</a:t>
            </a:r>
            <a:r>
              <a:rPr lang="hu-HU" dirty="0"/>
              <a:t> minden nagyobb funkció körül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Opció: “Szeretné látni a hibát?”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Felhasználóbarát működés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Program nem áll le hiba esetén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93855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FAA6E6B-0E56-93D9-1CAD-39332C6879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46037"/>
            <a:ext cx="9144000" cy="1398587"/>
          </a:xfrm>
        </p:spPr>
        <p:txBody>
          <a:bodyPr/>
          <a:lstStyle/>
          <a:p>
            <a:r>
              <a:rPr lang="hu-HU" dirty="0"/>
              <a:t>Összegzés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23F09DA-564F-AA3E-F41D-959693577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0500" y="1925638"/>
            <a:ext cx="9144000" cy="1655762"/>
          </a:xfrm>
        </p:spPr>
        <p:txBody>
          <a:bodyPr>
            <a:noAutofit/>
          </a:bodyPr>
          <a:lstStyle/>
          <a:p>
            <a:pPr algn="l"/>
            <a:r>
              <a:rPr lang="hu-HU" sz="1600" b="1" dirty="0"/>
              <a:t>A program tudja: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Fájlalapú tárolás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Teljes felhasználókezelés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Vérnyomás + pulzus mérés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Statisztika, elemzés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 err="1"/>
              <a:t>Admin</a:t>
            </a:r>
            <a:r>
              <a:rPr lang="hu-HU" sz="1200" dirty="0"/>
              <a:t> funkciók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 err="1"/>
              <a:t>Testreszabható</a:t>
            </a:r>
            <a:r>
              <a:rPr lang="hu-HU" sz="1200" dirty="0"/>
              <a:t> színbeállítás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Hibakezelés</a:t>
            </a:r>
          </a:p>
          <a:p>
            <a:pPr algn="l"/>
            <a:r>
              <a:rPr lang="hu-HU" sz="1600" b="1" dirty="0"/>
              <a:t>Fejlesztési lehetőségek: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Jelszó elrejtése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Adatbázisra váltás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Grafikonok (GUI)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Táblázatos megjelenítés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hu-HU" sz="1200" dirty="0"/>
          </a:p>
        </p:txBody>
      </p:sp>
    </p:spTree>
    <p:extLst>
      <p:ext uri="{BB962C8B-B14F-4D97-AF65-F5344CB8AC3E}">
        <p14:creationId xmlns:p14="http://schemas.microsoft.com/office/powerpoint/2010/main" val="13644988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33</TotalTime>
  <Words>319</Words>
  <Application>Microsoft Office PowerPoint</Application>
  <PresentationFormat>Szélesvásznú</PresentationFormat>
  <Paragraphs>90</Paragraphs>
  <Slides>11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Ion</vt:lpstr>
      <vt:lpstr>Vérnyomásnapló C# Konzolos Alkalmazás</vt:lpstr>
      <vt:lpstr>A program célja</vt:lpstr>
      <vt:lpstr>Program szerkezete</vt:lpstr>
      <vt:lpstr>Felhasználókezelés</vt:lpstr>
      <vt:lpstr>Mérés rögzítése</vt:lpstr>
      <vt:lpstr>Megjelenítés és statisztika</vt:lpstr>
      <vt:lpstr>Adatok módosítása</vt:lpstr>
      <vt:lpstr>Adattörlés</vt:lpstr>
      <vt:lpstr>Admin funkciók</vt:lpstr>
      <vt:lpstr>Színbeállítások</vt:lpstr>
      <vt:lpstr>Összegzés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1</cp:revision>
  <dcterms:created xsi:type="dcterms:W3CDTF">2025-11-26T16:41:32Z</dcterms:created>
  <dcterms:modified xsi:type="dcterms:W3CDTF">2025-11-26T17:15:05Z</dcterms:modified>
</cp:coreProperties>
</file>